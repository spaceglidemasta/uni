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ptos Light"/>
        <a:ea typeface="Aptos Light"/>
        <a:cs typeface="Aptos Light"/>
        <a:sym typeface="Aptos Light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ptos Light"/>
        <a:ea typeface="Aptos Light"/>
        <a:cs typeface="Aptos Light"/>
        <a:sym typeface="Aptos Light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ptos Light"/>
        <a:ea typeface="Aptos Light"/>
        <a:cs typeface="Aptos Light"/>
        <a:sym typeface="Aptos Light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ptos Light"/>
        <a:ea typeface="Aptos Light"/>
        <a:cs typeface="Aptos Light"/>
        <a:sym typeface="Aptos Light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ptos Light"/>
        <a:ea typeface="Aptos Light"/>
        <a:cs typeface="Aptos Light"/>
        <a:sym typeface="Aptos Light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ptos Light"/>
        <a:ea typeface="Aptos Light"/>
        <a:cs typeface="Aptos Light"/>
        <a:sym typeface="Aptos Light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ptos Light"/>
        <a:ea typeface="Aptos Light"/>
        <a:cs typeface="Aptos Light"/>
        <a:sym typeface="Aptos Light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ptos Light"/>
        <a:ea typeface="Aptos Light"/>
        <a:cs typeface="Aptos Light"/>
        <a:sym typeface="Aptos Light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ptos Light"/>
        <a:ea typeface="Aptos Light"/>
        <a:cs typeface="Aptos Light"/>
        <a:sym typeface="Aptos Ligh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ptos Light"/>
          <a:ea typeface="Aptos Light"/>
          <a:cs typeface="Aptos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DD5"/>
          </a:solidFill>
        </a:fill>
      </a:tcStyle>
    </a:wholeTbl>
    <a:band2H>
      <a:tcTxStyle/>
      <a:tcStyle>
        <a:tcBdr/>
        <a:fill>
          <a:solidFill>
            <a:srgbClr val="E6E7EB"/>
          </a:solidFill>
        </a:fill>
      </a:tcStyle>
    </a:band2H>
    <a:firstCol>
      <a:tcTxStyle b="on" i="off">
        <a:font>
          <a:latin typeface="Aptos SemiBold"/>
          <a:ea typeface="Aptos SemiBold"/>
          <a:cs typeface="Aptos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ptos SemiBold"/>
          <a:ea typeface="Aptos SemiBold"/>
          <a:cs typeface="Aptos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ptos SemiBold"/>
          <a:ea typeface="Aptos SemiBold"/>
          <a:cs typeface="Aptos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ptos Light"/>
          <a:ea typeface="Aptos Light"/>
          <a:cs typeface="Aptos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DBF8"/>
          </a:solidFill>
        </a:fill>
      </a:tcStyle>
    </a:wholeTbl>
    <a:band2H>
      <a:tcTxStyle/>
      <a:tcStyle>
        <a:tcBdr/>
        <a:fill>
          <a:solidFill>
            <a:srgbClr val="FFEEFB"/>
          </a:solidFill>
        </a:fill>
      </a:tcStyle>
    </a:band2H>
    <a:firstCol>
      <a:tcTxStyle b="on" i="off">
        <a:font>
          <a:latin typeface="Aptos SemiBold"/>
          <a:ea typeface="Aptos SemiBold"/>
          <a:cs typeface="Aptos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ptos SemiBold"/>
          <a:ea typeface="Aptos SemiBold"/>
          <a:cs typeface="Aptos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ptos SemiBold"/>
          <a:ea typeface="Aptos SemiBold"/>
          <a:cs typeface="Aptos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ptos Light"/>
          <a:ea typeface="Aptos Light"/>
          <a:cs typeface="Aptos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FFFF"/>
          </a:solidFill>
        </a:fill>
      </a:tcStyle>
    </a:wholeTbl>
    <a:band2H>
      <a:tcTxStyle/>
      <a:tcStyle>
        <a:tcBdr/>
        <a:fill>
          <a:solidFill>
            <a:srgbClr val="E6FFFF"/>
          </a:solidFill>
        </a:fill>
      </a:tcStyle>
    </a:band2H>
    <a:firstCol>
      <a:tcTxStyle b="on" i="off">
        <a:font>
          <a:latin typeface="Aptos SemiBold"/>
          <a:ea typeface="Aptos SemiBold"/>
          <a:cs typeface="Aptos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ptos SemiBold"/>
          <a:ea typeface="Aptos SemiBold"/>
          <a:cs typeface="Aptos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ptos SemiBold"/>
          <a:ea typeface="Aptos SemiBold"/>
          <a:cs typeface="Aptos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ptos Light"/>
          <a:ea typeface="Aptos Light"/>
          <a:cs typeface="Aptos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ptos SemiBold"/>
          <a:ea typeface="Aptos SemiBold"/>
          <a:cs typeface="Aptos Semi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ptos SemiBold"/>
          <a:ea typeface="Aptos SemiBold"/>
          <a:cs typeface="Aptos SemiBol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ptos SemiBold"/>
          <a:ea typeface="Aptos SemiBold"/>
          <a:cs typeface="Aptos Semi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ptos Light"/>
          <a:ea typeface="Aptos Light"/>
          <a:cs typeface="Aptos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ptos SemiBold"/>
          <a:ea typeface="Aptos SemiBold"/>
          <a:cs typeface="Aptos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ptos SemiBold"/>
          <a:ea typeface="Aptos SemiBold"/>
          <a:cs typeface="Aptos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ptos SemiBold"/>
          <a:ea typeface="Aptos SemiBold"/>
          <a:cs typeface="Aptos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ptos Light"/>
          <a:ea typeface="Aptos Light"/>
          <a:cs typeface="Aptos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ptos SemiBold"/>
          <a:ea typeface="Aptos SemiBold"/>
          <a:cs typeface="Aptos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Aptos SemiBold"/>
          <a:ea typeface="Aptos SemiBold"/>
          <a:cs typeface="Aptos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ptos SemiBold"/>
          <a:ea typeface="Aptos SemiBold"/>
          <a:cs typeface="Aptos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4" name="Shape 6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elfoli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6" descr="Grafik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Textebene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52451" y="4140158"/>
            <a:ext cx="4324351" cy="70987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2000">
                <a:solidFill>
                  <a:srgbClr val="FFFFFF"/>
                </a:solidFill>
              </a:defRPr>
            </a:lvl1pPr>
            <a:lvl2pPr marL="647700" indent="-190500">
              <a:lnSpc>
                <a:spcPct val="100000"/>
              </a:lnSpc>
              <a:buFontTx/>
              <a:defRPr sz="2000">
                <a:solidFill>
                  <a:srgbClr val="FFFFFF"/>
                </a:solidFill>
              </a:defRPr>
            </a:lvl2pPr>
            <a:lvl3pPr>
              <a:lnSpc>
                <a:spcPct val="100000"/>
              </a:lnSpc>
              <a:buFontTx/>
              <a:defRPr sz="2000">
                <a:solidFill>
                  <a:srgbClr val="FFFFFF"/>
                </a:solidFill>
              </a:defRPr>
            </a:lvl3pPr>
            <a:lvl4pPr marL="1625600" indent="-254000">
              <a:lnSpc>
                <a:spcPct val="100000"/>
              </a:lnSpc>
              <a:buFontTx/>
              <a:defRPr sz="2000">
                <a:solidFill>
                  <a:srgbClr val="FFFFFF"/>
                </a:solidFill>
              </a:defRPr>
            </a:lvl4pPr>
            <a:lvl5pPr marL="2082800" indent="-254000">
              <a:lnSpc>
                <a:spcPct val="100000"/>
              </a:lnSpc>
              <a:buFontTx/>
              <a:defRPr sz="2000">
                <a:solidFill>
                  <a:srgbClr val="FFFFFF"/>
                </a:solidFill>
              </a:defRPr>
            </a:lvl5pPr>
          </a:lstStyle>
          <a:p>
            <a:r>
              <a:t>Untertitel / Unterzeile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5" name="Titel der Präsentation hier einfügen"/>
          <p:cNvSpPr txBox="1">
            <a:spLocks noGrp="1"/>
          </p:cNvSpPr>
          <p:nvPr>
            <p:ph type="title" hasCustomPrompt="1"/>
          </p:nvPr>
        </p:nvSpPr>
        <p:spPr>
          <a:xfrm>
            <a:off x="552451" y="772318"/>
            <a:ext cx="5762626" cy="2656683"/>
          </a:xfrm>
          <a:prstGeom prst="rect">
            <a:avLst/>
          </a:prstGeom>
        </p:spPr>
        <p:txBody>
          <a:bodyPr/>
          <a:lstStyle>
            <a:lvl1pPr>
              <a:lnSpc>
                <a:spcPts val="6000"/>
              </a:lnSpc>
              <a:defRPr sz="6000" spc="-300">
                <a:solidFill>
                  <a:srgbClr val="00FF7D"/>
                </a:solidFill>
              </a:defRPr>
            </a:lvl1pPr>
          </a:lstStyle>
          <a:p>
            <a:r>
              <a:t>Titel der Präsentation hier einfügen</a:t>
            </a:r>
          </a:p>
        </p:txBody>
      </p:sp>
      <p:pic>
        <p:nvPicPr>
          <p:cNvPr id="16" name="Grafik 7" descr="Grafik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5950" y="517525"/>
            <a:ext cx="3420996" cy="721376"/>
          </a:xfrm>
          <a:prstGeom prst="rect">
            <a:avLst/>
          </a:prstGeom>
          <a:ln w="12700">
            <a:miter lim="400000"/>
          </a:ln>
        </p:spPr>
      </p:pic>
      <p:sp>
        <p:nvSpPr>
          <p:cNvPr id="17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nhalt ohne 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ebene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Weiterführende Informationen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Textplatzhalter 17"/>
          <p:cNvSpPr>
            <a:spLocks noGrp="1"/>
          </p:cNvSpPr>
          <p:nvPr>
            <p:ph type="body" sz="quarter" idx="21" hasCustomPrompt="1"/>
          </p:nvPr>
        </p:nvSpPr>
        <p:spPr>
          <a:xfrm>
            <a:off x="552449" y="421317"/>
            <a:ext cx="7821015" cy="20733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SzTx/>
              <a:buFontTx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</a:lstStyle>
          <a:p>
            <a:r>
              <a:t>Overhead</a:t>
            </a:r>
          </a:p>
        </p:txBody>
      </p:sp>
      <p:sp>
        <p:nvSpPr>
          <p:cNvPr id="26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7" name="Headline einfügen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Headline einfügen</a:t>
            </a: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 Inhalte ohne 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ebene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552448" y="2105025"/>
            <a:ext cx="4836230" cy="4203495"/>
          </a:xfrm>
          <a:prstGeom prst="rect">
            <a:avLst/>
          </a:prstGeom>
        </p:spPr>
        <p:txBody>
          <a:bodyPr/>
          <a:lstStyle>
            <a:lvl1pPr marL="285750" indent="-285750"/>
            <a:lvl2pPr indent="-285750"/>
            <a:lvl3pPr indent="-285750"/>
            <a:lvl4pPr indent="-285750"/>
          </a:lstStyle>
          <a:p>
            <a:r>
              <a:t>Weiterführende Informationen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Textplatzhalter 10"/>
          <p:cNvSpPr>
            <a:spLocks noGrp="1"/>
          </p:cNvSpPr>
          <p:nvPr>
            <p:ph type="body" sz="half" idx="21" hasCustomPrompt="1"/>
          </p:nvPr>
        </p:nvSpPr>
        <p:spPr>
          <a:xfrm>
            <a:off x="6010929" y="2105025"/>
            <a:ext cx="4836229" cy="4203495"/>
          </a:xfrm>
          <a:prstGeom prst="rect">
            <a:avLst/>
          </a:prstGeom>
        </p:spPr>
        <p:txBody>
          <a:bodyPr/>
          <a:lstStyle>
            <a:lvl1pPr marL="285750" indent="-285750"/>
          </a:lstStyle>
          <a:p>
            <a:r>
              <a:t>Weiterführende Informationen
Zweite Ebene
Dritte Ebene
Vierte Ebene</a:t>
            </a:r>
          </a:p>
        </p:txBody>
      </p:sp>
      <p:sp>
        <p:nvSpPr>
          <p:cNvPr id="36" name="Textplatzhalt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52448" y="421317"/>
            <a:ext cx="7802097" cy="182630"/>
          </a:xfrm>
          <a:prstGeom prst="rect">
            <a:avLst/>
          </a:prstGeom>
        </p:spPr>
        <p:txBody>
          <a:bodyPr/>
          <a:lstStyle>
            <a:lvl1pPr marL="0" indent="0" defTabSz="886968">
              <a:lnSpc>
                <a:spcPct val="90000"/>
              </a:lnSpc>
              <a:spcBef>
                <a:spcPts val="900"/>
              </a:spcBef>
              <a:buSzTx/>
              <a:buFontTx/>
              <a:buNone/>
              <a:defRPr sz="1164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</a:lstStyle>
          <a:p>
            <a:r>
              <a:t>Overhead</a:t>
            </a:r>
          </a:p>
        </p:txBody>
      </p:sp>
      <p:sp>
        <p:nvSpPr>
          <p:cNvPr id="37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8" name="Headline einfügen"/>
          <p:cNvSpPr txBox="1">
            <a:spLocks noGrp="1"/>
          </p:cNvSpPr>
          <p:nvPr>
            <p:ph type="title" hasCustomPrompt="1"/>
          </p:nvPr>
        </p:nvSpPr>
        <p:spPr>
          <a:xfrm>
            <a:off x="527074" y="603945"/>
            <a:ext cx="7827470" cy="500366"/>
          </a:xfrm>
          <a:prstGeom prst="rect">
            <a:avLst/>
          </a:prstGeom>
        </p:spPr>
        <p:txBody>
          <a:bodyPr/>
          <a:lstStyle/>
          <a:p>
            <a:r>
              <a:t>Headline einfügen</a:t>
            </a: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Graf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ebene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52450" y="421317"/>
            <a:ext cx="7630549" cy="20415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SzTx/>
              <a:buFontTx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marL="571500" indent="-114300">
              <a:lnSpc>
                <a:spcPct val="90000"/>
              </a:lnSpc>
              <a:buFontTx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marL="1051560" indent="-137160">
              <a:lnSpc>
                <a:spcPct val="90000"/>
              </a:lnSpc>
              <a:buFontTx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marL="1524000" indent="-152400">
              <a:lnSpc>
                <a:spcPct val="90000"/>
              </a:lnSpc>
              <a:buFontTx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marL="1981200" indent="-152400">
              <a:lnSpc>
                <a:spcPct val="90000"/>
              </a:lnSpc>
              <a:buFontTx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</a:lstStyle>
          <a:p>
            <a:r>
              <a:t>Overhead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6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7" name="Headline einfügen"/>
          <p:cNvSpPr txBox="1">
            <a:spLocks noGrp="1"/>
          </p:cNvSpPr>
          <p:nvPr>
            <p:ph type="title" hasCustomPrompt="1"/>
          </p:nvPr>
        </p:nvSpPr>
        <p:spPr>
          <a:xfrm>
            <a:off x="541300" y="625473"/>
            <a:ext cx="7630549" cy="496890"/>
          </a:xfrm>
          <a:prstGeom prst="rect">
            <a:avLst/>
          </a:prstGeom>
        </p:spPr>
        <p:txBody>
          <a:bodyPr/>
          <a:lstStyle/>
          <a:p>
            <a:r>
              <a:t>Headline einfügen</a:t>
            </a:r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End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rafik 4" descr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55" name="Textebene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52451" y="3276600"/>
            <a:ext cx="4324351" cy="3135528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>
                <a:solidFill>
                  <a:srgbClr val="FFFFFF"/>
                </a:solidFill>
              </a:defRPr>
            </a:lvl1pPr>
            <a:lvl2pPr>
              <a:buFontTx/>
              <a:defRPr>
                <a:solidFill>
                  <a:srgbClr val="FFFFFF"/>
                </a:solidFill>
              </a:defRPr>
            </a:lvl2pPr>
            <a:lvl3pPr marL="1188719" indent="-274319">
              <a:buFontTx/>
              <a:defRPr>
                <a:solidFill>
                  <a:srgbClr val="FFFFFF"/>
                </a:solidFill>
              </a:defRPr>
            </a:lvl3pPr>
            <a:lvl4pPr marL="1676400" indent="-304800">
              <a:buFontTx/>
              <a:defRPr>
                <a:solidFill>
                  <a:srgbClr val="FFFFFF"/>
                </a:solidFill>
              </a:defRPr>
            </a:lvl4pPr>
            <a:lvl5pPr>
              <a:buFontTx/>
              <a:defRPr>
                <a:solidFill>
                  <a:srgbClr val="FFFFFF"/>
                </a:solidFill>
              </a:defRPr>
            </a:lvl5pPr>
          </a:lstStyle>
          <a:p>
            <a:r>
              <a:t>Frankfurt Universityof Applied SciencesNibelungenplatz 160318 Frankfurt am MainTelefon: +49 69 1533-0Fax: +49 69 1533-2400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56" name="Grafik 5" descr="Grafik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5950" y="517525"/>
            <a:ext cx="3420996" cy="721376"/>
          </a:xfrm>
          <a:prstGeom prst="rect">
            <a:avLst/>
          </a:prstGeom>
          <a:ln w="12700">
            <a:miter lim="400000"/>
          </a:ln>
        </p:spPr>
      </p:pic>
      <p:sp>
        <p:nvSpPr>
          <p:cNvPr id="57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1" descr="Grafik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ebene 1…"/>
          <p:cNvSpPr txBox="1">
            <a:spLocks noGrp="1"/>
          </p:cNvSpPr>
          <p:nvPr>
            <p:ph type="body" idx="1" hasCustomPrompt="1"/>
          </p:nvPr>
        </p:nvSpPr>
        <p:spPr>
          <a:xfrm>
            <a:off x="539999" y="2088000"/>
            <a:ext cx="10294710" cy="42034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r>
              <a:t>Weiterführende Informationen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573861" y="6607519"/>
            <a:ext cx="148382" cy="1524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000">
                <a:solidFill>
                  <a:srgbClr val="00206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" name="Headline einfügen"/>
          <p:cNvSpPr txBox="1">
            <a:spLocks noGrp="1"/>
          </p:cNvSpPr>
          <p:nvPr>
            <p:ph type="title" hasCustomPrompt="1"/>
          </p:nvPr>
        </p:nvSpPr>
        <p:spPr>
          <a:xfrm>
            <a:off x="552448" y="628648"/>
            <a:ext cx="7802281" cy="4810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r>
              <a:t>Headline einfügen</a:t>
            </a:r>
          </a:p>
        </p:txBody>
      </p:sp>
      <p:pic>
        <p:nvPicPr>
          <p:cNvPr id="6" name="Grafik 16" descr="Grafik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5376" y="28417"/>
            <a:ext cx="3525955" cy="1270537"/>
          </a:xfrm>
          <a:prstGeom prst="rect">
            <a:avLst/>
          </a:prstGeom>
          <a:ln w="12700">
            <a:miter lim="400000"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ransition spd="med"/>
  <p:txStyles>
    <p:titleStyle>
      <a:lvl1pPr marL="0" marR="0" indent="0" algn="l" defTabSz="914400" rtl="0" latinLnBrk="0">
        <a:lnSpc>
          <a:spcPts val="45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sz="4500" b="0" i="0" u="none" strike="noStrike" cap="none" spc="-150" baseline="0">
          <a:solidFill>
            <a:srgbClr val="003A75"/>
          </a:solidFill>
          <a:uFillTx/>
          <a:latin typeface="Space Grotesk Medium"/>
          <a:ea typeface="Space Grotesk Medium"/>
          <a:cs typeface="Space Grotesk Medium"/>
          <a:sym typeface="Space Grotesk Medium"/>
        </a:defRPr>
      </a:lvl1pPr>
      <a:lvl2pPr marL="0" marR="0" indent="0" algn="l" defTabSz="914400" rtl="0" latinLnBrk="0">
        <a:lnSpc>
          <a:spcPts val="45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sz="4500" b="0" i="0" u="none" strike="noStrike" cap="none" spc="-150" baseline="0">
          <a:solidFill>
            <a:srgbClr val="003A75"/>
          </a:solidFill>
          <a:uFillTx/>
          <a:latin typeface="Space Grotesk Medium"/>
          <a:ea typeface="Space Grotesk Medium"/>
          <a:cs typeface="Space Grotesk Medium"/>
          <a:sym typeface="Space Grotesk Medium"/>
        </a:defRPr>
      </a:lvl2pPr>
      <a:lvl3pPr marL="0" marR="0" indent="0" algn="l" defTabSz="914400" rtl="0" latinLnBrk="0">
        <a:lnSpc>
          <a:spcPts val="45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sz="4500" b="0" i="0" u="none" strike="noStrike" cap="none" spc="-150" baseline="0">
          <a:solidFill>
            <a:srgbClr val="003A75"/>
          </a:solidFill>
          <a:uFillTx/>
          <a:latin typeface="Space Grotesk Medium"/>
          <a:ea typeface="Space Grotesk Medium"/>
          <a:cs typeface="Space Grotesk Medium"/>
          <a:sym typeface="Space Grotesk Medium"/>
        </a:defRPr>
      </a:lvl3pPr>
      <a:lvl4pPr marL="0" marR="0" indent="0" algn="l" defTabSz="914400" rtl="0" latinLnBrk="0">
        <a:lnSpc>
          <a:spcPts val="45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sz="4500" b="0" i="0" u="none" strike="noStrike" cap="none" spc="-150" baseline="0">
          <a:solidFill>
            <a:srgbClr val="003A75"/>
          </a:solidFill>
          <a:uFillTx/>
          <a:latin typeface="Space Grotesk Medium"/>
          <a:ea typeface="Space Grotesk Medium"/>
          <a:cs typeface="Space Grotesk Medium"/>
          <a:sym typeface="Space Grotesk Medium"/>
        </a:defRPr>
      </a:lvl4pPr>
      <a:lvl5pPr marL="0" marR="0" indent="0" algn="l" defTabSz="914400" rtl="0" latinLnBrk="0">
        <a:lnSpc>
          <a:spcPts val="45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sz="4500" b="0" i="0" u="none" strike="noStrike" cap="none" spc="-150" baseline="0">
          <a:solidFill>
            <a:srgbClr val="003A75"/>
          </a:solidFill>
          <a:uFillTx/>
          <a:latin typeface="Space Grotesk Medium"/>
          <a:ea typeface="Space Grotesk Medium"/>
          <a:cs typeface="Space Grotesk Medium"/>
          <a:sym typeface="Space Grotesk Medium"/>
        </a:defRPr>
      </a:lvl5pPr>
      <a:lvl6pPr marL="0" marR="0" indent="0" algn="l" defTabSz="914400" rtl="0" latinLnBrk="0">
        <a:lnSpc>
          <a:spcPts val="45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sz="4500" b="0" i="0" u="none" strike="noStrike" cap="none" spc="-150" baseline="0">
          <a:solidFill>
            <a:srgbClr val="003A75"/>
          </a:solidFill>
          <a:uFillTx/>
          <a:latin typeface="Space Grotesk Medium"/>
          <a:ea typeface="Space Grotesk Medium"/>
          <a:cs typeface="Space Grotesk Medium"/>
          <a:sym typeface="Space Grotesk Medium"/>
        </a:defRPr>
      </a:lvl6pPr>
      <a:lvl7pPr marL="0" marR="0" indent="0" algn="l" defTabSz="914400" rtl="0" latinLnBrk="0">
        <a:lnSpc>
          <a:spcPts val="45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sz="4500" b="0" i="0" u="none" strike="noStrike" cap="none" spc="-150" baseline="0">
          <a:solidFill>
            <a:srgbClr val="003A75"/>
          </a:solidFill>
          <a:uFillTx/>
          <a:latin typeface="Space Grotesk Medium"/>
          <a:ea typeface="Space Grotesk Medium"/>
          <a:cs typeface="Space Grotesk Medium"/>
          <a:sym typeface="Space Grotesk Medium"/>
        </a:defRPr>
      </a:lvl7pPr>
      <a:lvl8pPr marL="0" marR="0" indent="0" algn="l" defTabSz="914400" rtl="0" latinLnBrk="0">
        <a:lnSpc>
          <a:spcPts val="45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sz="4500" b="0" i="0" u="none" strike="noStrike" cap="none" spc="-150" baseline="0">
          <a:solidFill>
            <a:srgbClr val="003A75"/>
          </a:solidFill>
          <a:uFillTx/>
          <a:latin typeface="Space Grotesk Medium"/>
          <a:ea typeface="Space Grotesk Medium"/>
          <a:cs typeface="Space Grotesk Medium"/>
          <a:sym typeface="Space Grotesk Medium"/>
        </a:defRPr>
      </a:lvl8pPr>
      <a:lvl9pPr marL="0" marR="0" indent="0" algn="l" defTabSz="914400" rtl="0" latinLnBrk="0">
        <a:lnSpc>
          <a:spcPts val="45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sz="4500" b="0" i="0" u="none" strike="noStrike" cap="none" spc="-150" baseline="0">
          <a:solidFill>
            <a:srgbClr val="003A75"/>
          </a:solidFill>
          <a:uFillTx/>
          <a:latin typeface="Space Grotesk Medium"/>
          <a:ea typeface="Space Grotesk Medium"/>
          <a:cs typeface="Space Grotesk Medium"/>
          <a:sym typeface="Space Grotesk Medium"/>
        </a:defRPr>
      </a:lvl9pPr>
    </p:titleStyle>
    <p:bodyStyle>
      <a:lvl1pPr marL="342900" marR="0" indent="-342900" algn="l" defTabSz="914400" rtl="0" latinLnBrk="0">
        <a:lnSpc>
          <a:spcPts val="28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3A75"/>
          </a:solidFill>
          <a:uFillTx/>
          <a:latin typeface="Aptos Light"/>
          <a:ea typeface="Aptos Light"/>
          <a:cs typeface="Aptos Light"/>
          <a:sym typeface="Aptos Light"/>
        </a:defRPr>
      </a:lvl1pPr>
      <a:lvl2pPr marL="685800" marR="0" indent="-228600" algn="l" defTabSz="914400" rtl="0" latinLnBrk="0">
        <a:lnSpc>
          <a:spcPts val="28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3A75"/>
          </a:solidFill>
          <a:uFillTx/>
          <a:latin typeface="Aptos Light"/>
          <a:ea typeface="Aptos Light"/>
          <a:cs typeface="Aptos Light"/>
          <a:sym typeface="Aptos Light"/>
        </a:defRPr>
      </a:lvl2pPr>
      <a:lvl3pPr marL="1143000" marR="0" indent="-228600" algn="l" defTabSz="914400" rtl="0" latinLnBrk="0">
        <a:lnSpc>
          <a:spcPts val="28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3A75"/>
          </a:solidFill>
          <a:uFillTx/>
          <a:latin typeface="Aptos Light"/>
          <a:ea typeface="Aptos Light"/>
          <a:cs typeface="Aptos Light"/>
          <a:sym typeface="Aptos Light"/>
        </a:defRPr>
      </a:lvl3pPr>
      <a:lvl4pPr marL="1600200" marR="0" indent="-228600" algn="l" defTabSz="914400" rtl="0" latinLnBrk="0">
        <a:lnSpc>
          <a:spcPts val="28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3A75"/>
          </a:solidFill>
          <a:uFillTx/>
          <a:latin typeface="Aptos Light"/>
          <a:ea typeface="Aptos Light"/>
          <a:cs typeface="Aptos Light"/>
          <a:sym typeface="Aptos Light"/>
        </a:defRPr>
      </a:lvl4pPr>
      <a:lvl5pPr marL="2133600" marR="0" indent="-304800" algn="l" defTabSz="914400" rtl="0" latinLnBrk="0">
        <a:lnSpc>
          <a:spcPts val="28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3A75"/>
          </a:solidFill>
          <a:uFillTx/>
          <a:latin typeface="Aptos Light"/>
          <a:ea typeface="Aptos Light"/>
          <a:cs typeface="Aptos Light"/>
          <a:sym typeface="Aptos Light"/>
        </a:defRPr>
      </a:lvl5pPr>
      <a:lvl6pPr marL="2590800" marR="0" indent="-304800" algn="l" defTabSz="914400" rtl="0" latinLnBrk="0">
        <a:lnSpc>
          <a:spcPts val="28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3A75"/>
          </a:solidFill>
          <a:uFillTx/>
          <a:latin typeface="Aptos Light"/>
          <a:ea typeface="Aptos Light"/>
          <a:cs typeface="Aptos Light"/>
          <a:sym typeface="Aptos Light"/>
        </a:defRPr>
      </a:lvl6pPr>
      <a:lvl7pPr marL="3048000" marR="0" indent="-304800" algn="l" defTabSz="914400" rtl="0" latinLnBrk="0">
        <a:lnSpc>
          <a:spcPts val="28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3A75"/>
          </a:solidFill>
          <a:uFillTx/>
          <a:latin typeface="Aptos Light"/>
          <a:ea typeface="Aptos Light"/>
          <a:cs typeface="Aptos Light"/>
          <a:sym typeface="Aptos Light"/>
        </a:defRPr>
      </a:lvl7pPr>
      <a:lvl8pPr marL="3505200" marR="0" indent="-304800" algn="l" defTabSz="914400" rtl="0" latinLnBrk="0">
        <a:lnSpc>
          <a:spcPts val="28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3A75"/>
          </a:solidFill>
          <a:uFillTx/>
          <a:latin typeface="Aptos Light"/>
          <a:ea typeface="Aptos Light"/>
          <a:cs typeface="Aptos Light"/>
          <a:sym typeface="Aptos Light"/>
        </a:defRPr>
      </a:lvl8pPr>
      <a:lvl9pPr marL="3962400" marR="0" indent="-304800" algn="l" defTabSz="914400" rtl="0" latinLnBrk="0">
        <a:lnSpc>
          <a:spcPts val="28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3A75"/>
          </a:solidFill>
          <a:uFillTx/>
          <a:latin typeface="Aptos Light"/>
          <a:ea typeface="Aptos Light"/>
          <a:cs typeface="Aptos Light"/>
          <a:sym typeface="Aptos Light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 Light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 Light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 Light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 Light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 Light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 Light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 Light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 Light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platzhalter 1"/>
          <p:cNvSpPr txBox="1">
            <a:spLocks noGrp="1"/>
          </p:cNvSpPr>
          <p:nvPr>
            <p:ph type="body" sz="quarter" idx="1"/>
          </p:nvPr>
        </p:nvSpPr>
        <p:spPr>
          <a:xfrm>
            <a:off x="552451" y="4140158"/>
            <a:ext cx="4324351" cy="709870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de-DE" dirty="0"/>
              <a:t>By</a:t>
            </a:r>
          </a:p>
          <a:p>
            <a:r>
              <a:rPr lang="de-DE" dirty="0"/>
              <a:t>NAMES</a:t>
            </a:r>
            <a:endParaRPr dirty="0"/>
          </a:p>
        </p:txBody>
      </p:sp>
      <p:sp>
        <p:nvSpPr>
          <p:cNvPr id="67" name="Titel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dirty="0"/>
              <a:t>Smart Travel Companion</a:t>
            </a:r>
            <a:endParaRPr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Fußzeilenplatzhalter 3"/>
          <p:cNvSpPr txBox="1"/>
          <p:nvPr/>
        </p:nvSpPr>
        <p:spPr>
          <a:xfrm>
            <a:off x="1541007" y="6607519"/>
            <a:ext cx="930615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002060"/>
                </a:solidFill>
              </a:defRPr>
            </a:lvl1pPr>
          </a:lstStyle>
          <a:p>
            <a:r>
              <a:t>Frankfurt University of Applied Sciences | Titel der Vorlesung | Name des/der Autors*in</a:t>
            </a:r>
          </a:p>
        </p:txBody>
      </p:sp>
      <p:sp>
        <p:nvSpPr>
          <p:cNvPr id="70" name="Textplatzhalter 1"/>
          <p:cNvSpPr txBox="1">
            <a:spLocks noGrp="1"/>
          </p:cNvSpPr>
          <p:nvPr>
            <p:ph type="body" idx="1"/>
          </p:nvPr>
        </p:nvSpPr>
        <p:spPr>
          <a:xfrm>
            <a:off x="539999" y="2088000"/>
            <a:ext cx="10294709" cy="420349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1" name="Textplatzhalter 2"/>
          <p:cNvSpPr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2" name="Foliennummernplatzhalter 4"/>
          <p:cNvSpPr txBox="1">
            <a:spLocks noGrp="1"/>
          </p:cNvSpPr>
          <p:nvPr>
            <p:ph type="sldNum" sz="quarter" idx="2"/>
          </p:nvPr>
        </p:nvSpPr>
        <p:spPr>
          <a:xfrm>
            <a:off x="595242" y="6607519"/>
            <a:ext cx="127001" cy="1524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</a:t>
            </a:fld>
            <a:endParaRPr/>
          </a:p>
        </p:txBody>
      </p:sp>
      <p:sp>
        <p:nvSpPr>
          <p:cNvPr id="73" name="Datumsplatzhalter 5"/>
          <p:cNvSpPr txBox="1"/>
          <p:nvPr/>
        </p:nvSpPr>
        <p:spPr>
          <a:xfrm>
            <a:off x="821856" y="6607519"/>
            <a:ext cx="61953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002060"/>
                </a:solidFill>
              </a:defRPr>
            </a:lvl1pPr>
          </a:lstStyle>
          <a:p>
            <a:r>
              <a:t>11.09.2024</a:t>
            </a:r>
          </a:p>
        </p:txBody>
      </p:sp>
      <p:sp>
        <p:nvSpPr>
          <p:cNvPr id="74" name="Titel 6"/>
          <p:cNvSpPr txBox="1">
            <a:spLocks noGrp="1"/>
          </p:cNvSpPr>
          <p:nvPr>
            <p:ph type="title"/>
          </p:nvPr>
        </p:nvSpPr>
        <p:spPr>
          <a:xfrm>
            <a:off x="552447" y="628648"/>
            <a:ext cx="7802282" cy="481013"/>
          </a:xfrm>
          <a:prstGeom prst="rect">
            <a:avLst/>
          </a:prstGeom>
        </p:spPr>
        <p:txBody>
          <a:bodyPr/>
          <a:lstStyle/>
          <a:p>
            <a:pPr defTabSz="704087">
              <a:lnSpc>
                <a:spcPts val="3400"/>
              </a:lnSpc>
              <a:spcBef>
                <a:spcPts val="700"/>
              </a:spcBef>
              <a:defRPr sz="3464" spc="-115"/>
            </a:pPr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Fußzeilenplatzhalter 4"/>
          <p:cNvSpPr txBox="1"/>
          <p:nvPr/>
        </p:nvSpPr>
        <p:spPr>
          <a:xfrm>
            <a:off x="1541008" y="6607519"/>
            <a:ext cx="930615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002060"/>
                </a:solidFill>
              </a:defRPr>
            </a:lvl1pPr>
          </a:lstStyle>
          <a:p>
            <a:r>
              <a:t>Frankfurt University of Applied Sciences | Titel der Vorlesung | Name des/der Autors*in</a:t>
            </a:r>
          </a:p>
        </p:txBody>
      </p:sp>
      <p:sp>
        <p:nvSpPr>
          <p:cNvPr id="77" name="Textplatzhalter 1"/>
          <p:cNvSpPr txBox="1">
            <a:spLocks noGrp="1"/>
          </p:cNvSpPr>
          <p:nvPr>
            <p:ph type="body" sz="half" idx="1"/>
          </p:nvPr>
        </p:nvSpPr>
        <p:spPr>
          <a:xfrm>
            <a:off x="552449" y="2105025"/>
            <a:ext cx="4836229" cy="420349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8" name="Textplatzhalter 2"/>
          <p:cNvSpPr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9" name="Textplatzhalter 3"/>
          <p:cNvSpPr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0" name="Foliennummernplatzhalter 5"/>
          <p:cNvSpPr txBox="1">
            <a:spLocks noGrp="1"/>
          </p:cNvSpPr>
          <p:nvPr>
            <p:ph type="sldNum" sz="quarter" idx="2"/>
          </p:nvPr>
        </p:nvSpPr>
        <p:spPr>
          <a:xfrm>
            <a:off x="595242" y="6607519"/>
            <a:ext cx="127001" cy="1524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</a:t>
            </a:fld>
            <a:endParaRPr/>
          </a:p>
        </p:txBody>
      </p:sp>
      <p:sp>
        <p:nvSpPr>
          <p:cNvPr id="81" name="Datumsplatzhalter 6"/>
          <p:cNvSpPr txBox="1"/>
          <p:nvPr/>
        </p:nvSpPr>
        <p:spPr>
          <a:xfrm>
            <a:off x="821856" y="6607519"/>
            <a:ext cx="61953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002060"/>
                </a:solidFill>
              </a:defRPr>
            </a:lvl1pPr>
          </a:lstStyle>
          <a:p>
            <a:r>
              <a:t>11.09.2024</a:t>
            </a:r>
          </a:p>
        </p:txBody>
      </p:sp>
      <p:sp>
        <p:nvSpPr>
          <p:cNvPr id="82" name="Titel 7"/>
          <p:cNvSpPr txBox="1">
            <a:spLocks noGrp="1"/>
          </p:cNvSpPr>
          <p:nvPr>
            <p:ph type="title"/>
          </p:nvPr>
        </p:nvSpPr>
        <p:spPr>
          <a:xfrm>
            <a:off x="527074" y="603945"/>
            <a:ext cx="7827469" cy="500366"/>
          </a:xfrm>
          <a:prstGeom prst="rect">
            <a:avLst/>
          </a:prstGeom>
        </p:spPr>
        <p:txBody>
          <a:bodyPr/>
          <a:lstStyle/>
          <a:p>
            <a:pPr defTabSz="722376">
              <a:lnSpc>
                <a:spcPts val="3500"/>
              </a:lnSpc>
              <a:spcBef>
                <a:spcPts val="700"/>
              </a:spcBef>
              <a:defRPr sz="3555" spc="-118"/>
            </a:pPr>
            <a:endParaRPr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Fußzeilenplatzhalter 2"/>
          <p:cNvSpPr txBox="1"/>
          <p:nvPr/>
        </p:nvSpPr>
        <p:spPr>
          <a:xfrm>
            <a:off x="1541007" y="6607519"/>
            <a:ext cx="1010969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002060"/>
                </a:solidFill>
              </a:defRPr>
            </a:lvl1pPr>
          </a:lstStyle>
          <a:p>
            <a:r>
              <a:t>Frankfurt University of Applied Sciences | Titel der Vorlesung | Name des/der Autors*in</a:t>
            </a:r>
          </a:p>
        </p:txBody>
      </p:sp>
      <p:sp>
        <p:nvSpPr>
          <p:cNvPr id="85" name="Textplatzhalter 1"/>
          <p:cNvSpPr txBox="1">
            <a:spLocks noGrp="1"/>
          </p:cNvSpPr>
          <p:nvPr>
            <p:ph type="body" sz="quarter" idx="1"/>
          </p:nvPr>
        </p:nvSpPr>
        <p:spPr>
          <a:xfrm>
            <a:off x="552449" y="421317"/>
            <a:ext cx="7630550" cy="204157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6" name="Foliennummernplatzhalter 3"/>
          <p:cNvSpPr txBox="1">
            <a:spLocks noGrp="1"/>
          </p:cNvSpPr>
          <p:nvPr>
            <p:ph type="sldNum" sz="quarter" idx="2"/>
          </p:nvPr>
        </p:nvSpPr>
        <p:spPr>
          <a:xfrm>
            <a:off x="595242" y="6607519"/>
            <a:ext cx="127001" cy="1524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</a:t>
            </a:fld>
            <a:endParaRPr/>
          </a:p>
        </p:txBody>
      </p:sp>
      <p:sp>
        <p:nvSpPr>
          <p:cNvPr id="87" name="Datumsplatzhalter 4"/>
          <p:cNvSpPr txBox="1"/>
          <p:nvPr/>
        </p:nvSpPr>
        <p:spPr>
          <a:xfrm>
            <a:off x="821856" y="6607519"/>
            <a:ext cx="61953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002060"/>
                </a:solidFill>
              </a:defRPr>
            </a:lvl1pPr>
          </a:lstStyle>
          <a:p>
            <a:r>
              <a:t>11.09.2024</a:t>
            </a:r>
          </a:p>
        </p:txBody>
      </p:sp>
      <p:sp>
        <p:nvSpPr>
          <p:cNvPr id="88" name="Titel 5"/>
          <p:cNvSpPr txBox="1">
            <a:spLocks noGrp="1"/>
          </p:cNvSpPr>
          <p:nvPr>
            <p:ph type="title"/>
          </p:nvPr>
        </p:nvSpPr>
        <p:spPr>
          <a:xfrm>
            <a:off x="541299" y="625473"/>
            <a:ext cx="7630550" cy="496890"/>
          </a:xfrm>
          <a:prstGeom prst="rect">
            <a:avLst/>
          </a:prstGeom>
        </p:spPr>
        <p:txBody>
          <a:bodyPr/>
          <a:lstStyle/>
          <a:p>
            <a:pPr defTabSz="722376">
              <a:lnSpc>
                <a:spcPts val="3500"/>
              </a:lnSpc>
              <a:spcBef>
                <a:spcPts val="700"/>
              </a:spcBef>
              <a:defRPr sz="3555" spc="-118"/>
            </a:pPr>
            <a:endParaRPr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1_Office">
  <a:themeElements>
    <a:clrScheme name="1_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3A74"/>
      </a:accent1>
      <a:accent2>
        <a:srgbClr val="0A3D3A"/>
      </a:accent2>
      <a:accent3>
        <a:srgbClr val="FF91EC"/>
      </a:accent3>
      <a:accent4>
        <a:srgbClr val="00FE7C"/>
      </a:accent4>
      <a:accent5>
        <a:srgbClr val="FDFE00"/>
      </a:accent5>
      <a:accent6>
        <a:srgbClr val="02FEFF"/>
      </a:accent6>
      <a:hlink>
        <a:srgbClr val="0000FF"/>
      </a:hlink>
      <a:folHlink>
        <a:srgbClr val="FF00FF"/>
      </a:folHlink>
    </a:clrScheme>
    <a:fontScheme name="1_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1_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ptos Light"/>
            <a:ea typeface="Aptos Light"/>
            <a:cs typeface="Aptos Light"/>
            <a:sym typeface="Apto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ptos Light"/>
            <a:ea typeface="Aptos Light"/>
            <a:cs typeface="Aptos Light"/>
            <a:sym typeface="Apto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_Office">
  <a:themeElements>
    <a:clrScheme name="1_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3A74"/>
      </a:accent1>
      <a:accent2>
        <a:srgbClr val="0A3D3A"/>
      </a:accent2>
      <a:accent3>
        <a:srgbClr val="FF91EC"/>
      </a:accent3>
      <a:accent4>
        <a:srgbClr val="00FE7C"/>
      </a:accent4>
      <a:accent5>
        <a:srgbClr val="FDFE00"/>
      </a:accent5>
      <a:accent6>
        <a:srgbClr val="02FEFF"/>
      </a:accent6>
      <a:hlink>
        <a:srgbClr val="0000FF"/>
      </a:hlink>
      <a:folHlink>
        <a:srgbClr val="FF00FF"/>
      </a:folHlink>
    </a:clrScheme>
    <a:fontScheme name="1_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1_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ptos Light"/>
            <a:ea typeface="Aptos Light"/>
            <a:cs typeface="Aptos Light"/>
            <a:sym typeface="Apto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ptos Light"/>
            <a:ea typeface="Aptos Light"/>
            <a:cs typeface="Aptos Light"/>
            <a:sym typeface="Apto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</Words>
  <Application>Microsoft Office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 Light</vt:lpstr>
      <vt:lpstr>Arial</vt:lpstr>
      <vt:lpstr>Calibri</vt:lpstr>
      <vt:lpstr>Space Grotesk Medium</vt:lpstr>
      <vt:lpstr>1_Office</vt:lpstr>
      <vt:lpstr>Smart Travel Companion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Nutzer</dc:creator>
  <cp:lastModifiedBy>Luca De Simone</cp:lastModifiedBy>
  <cp:revision>1</cp:revision>
  <dcterms:modified xsi:type="dcterms:W3CDTF">2026-01-07T17:40:00Z</dcterms:modified>
</cp:coreProperties>
</file>